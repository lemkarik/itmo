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1dafd4799d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1dafd4799d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d6b306c62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d6b306c62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d6b306c620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d6b306c620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d6b306c620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d6b306c620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d6b306c620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2d6b306c620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d6b306c620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d6b306c620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Использование фитнес-трекеров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5185625" y="4482600"/>
            <a:ext cx="3958500" cy="6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Плешивцев Кирилл P3311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Актуальность темы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Фитнес треке</a:t>
            </a:r>
            <a:r>
              <a:rPr lang="ru">
                <a:solidFill>
                  <a:schemeClr val="dk1"/>
                </a:solidFill>
              </a:rPr>
              <a:t>ры и приложения для контроля здоровья очень распространены, однако множество людей всё ещё сомневаются в их надёжности.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5477" y="2280125"/>
            <a:ext cx="3786824" cy="2523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Цель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50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Изучить корректность работы фитнес-трекеров и их влияние на здоровье.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1790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Задачи</a:t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2497475"/>
            <a:ext cx="8520600" cy="235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Изучить функции и возможности устройств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Оценить корректность их работы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Рассмотреть их влияние на здоровье пользователей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Разработать рекомендации по безопасному использованию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Методы исследования</a:t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ru">
                <a:solidFill>
                  <a:schemeClr val="dk1"/>
                </a:solidFill>
              </a:rPr>
              <a:t>Анализ научной литературы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ru">
                <a:solidFill>
                  <a:schemeClr val="dk1"/>
                </a:solidFill>
              </a:rPr>
              <a:t>Сравнение данных из публикаций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ru">
                <a:solidFill>
                  <a:schemeClr val="dk1"/>
                </a:solidFill>
              </a:rPr>
              <a:t>Изучение статистики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8748" y="320700"/>
            <a:ext cx="6102649" cy="399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Результаты исследования</a:t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156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93C47D"/>
                </a:solidFill>
              </a:rPr>
              <a:t>Положительные: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Мотивация к физической активности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Удобство контроля отдельных физических показателей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Помощь в формировании полезных привычек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4" name="Google Shape;84;p17"/>
          <p:cNvSpPr txBox="1"/>
          <p:nvPr/>
        </p:nvSpPr>
        <p:spPr>
          <a:xfrm>
            <a:off x="311850" y="28486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>
                <a:solidFill>
                  <a:srgbClr val="E06666"/>
                </a:solidFill>
              </a:rPr>
              <a:t>Недостатки:</a:t>
            </a:r>
            <a:endParaRPr b="1" sz="1800">
              <a:solidFill>
                <a:srgbClr val="E06666"/>
              </a:solidFill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416050" y="3496675"/>
            <a:ext cx="8520600" cy="13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 sz="1800">
                <a:solidFill>
                  <a:schemeClr val="dk1"/>
                </a:solidFill>
              </a:rPr>
              <a:t>Погрешности измерений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 sz="1800">
                <a:solidFill>
                  <a:schemeClr val="dk1"/>
                </a:solidFill>
              </a:rPr>
              <a:t>Нарушение конфиденциальности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 sz="1800">
                <a:solidFill>
                  <a:schemeClr val="dk1"/>
                </a:solidFill>
              </a:rPr>
              <a:t>Стресс и тревожность из-за навязчивого контроля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Заключение и выводы</a:t>
            </a:r>
            <a:endParaRPr/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Фитнес-трекеры являются полезным инструментом для контроля здоровья и повышения мотивации, однако их данные не всегда точны.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Рекомендуется использовать устройства умеренно и совмещать их с консультациями у специалистов.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Цель работы достигнута, задачи выполнены.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Список литературы</a:t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1496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ru" sz="1600">
                <a:solidFill>
                  <a:schemeClr val="dk1"/>
                </a:solidFill>
              </a:rPr>
              <a:t>Patel, M. S., Asch, D. A., &amp; Volpp, K. G. (2015). Wearable devices as facilitators, not drivers, of health behavior change. Journal of the American Medical Association (JAMA).</a:t>
            </a:r>
            <a:endParaRPr sz="1600">
              <a:solidFill>
                <a:schemeClr val="dk1"/>
              </a:solidFill>
            </a:endParaRPr>
          </a:p>
          <a:p>
            <a:pPr indent="-31496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ru" sz="1600">
                <a:solidFill>
                  <a:schemeClr val="dk1"/>
                </a:solidFill>
              </a:rPr>
              <a:t>Evenson, K. R., Goto, M. M., &amp; Furberg, R. D. (2015). Systematic review of the validity and reliability of consumer-wearable activity trackers. International Journal of Behavioral Nutrition and Physical Activity</a:t>
            </a:r>
            <a:endParaRPr sz="1600">
              <a:solidFill>
                <a:schemeClr val="dk1"/>
              </a:solidFill>
            </a:endParaRPr>
          </a:p>
          <a:p>
            <a:pPr indent="-31496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ru" sz="1600">
                <a:solidFill>
                  <a:schemeClr val="dk1"/>
                </a:solidFill>
              </a:rPr>
              <a:t>Shcherbina, A., Mattsson, C. M., Waggott, D., Salisbury, H., Christle, J. W., Hastie, T., &amp; Ashley, E. A. (2017). Accuracy in wearable calorie tracking devices: A study comparing commercially available technologies. Journal of Personalized Medicine</a:t>
            </a:r>
            <a:endParaRPr sz="1600">
              <a:solidFill>
                <a:schemeClr val="dk1"/>
              </a:solidFill>
            </a:endParaRPr>
          </a:p>
          <a:p>
            <a:pPr indent="-31496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ru" sz="1600">
                <a:solidFill>
                  <a:schemeClr val="dk1"/>
                </a:solidFill>
              </a:rPr>
              <a:t>Adams, M. A., Hurley, J. C., &amp; Herring, A. H. (2019). Associations of perceived stress and stress-related behaviors with objectively measured sedentary behavior and physical activity. International Journal of Environmental Research and Public Health</a:t>
            </a:r>
            <a:endParaRPr sz="1600">
              <a:solidFill>
                <a:schemeClr val="dk1"/>
              </a:solidFill>
            </a:endParaRPr>
          </a:p>
          <a:p>
            <a:pPr indent="-31496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ru" sz="1600">
                <a:solidFill>
                  <a:schemeClr val="dk1"/>
                </a:solidFill>
              </a:rPr>
              <a:t>Fitness tracker privacy concerns: How secure are your personal health data? (2018). Consumer Reports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